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41148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SMART INDIA HACKATHON (SIH)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AgriLink: Transparent Price Discovery &amp;</a:t>
            </a:r>
            <a:br/>
            <a:r>
              <a:t>Market Linkages Platform</a:t>
            </a:r>
          </a:p>
          <a:p>
            <a:pPr>
              <a:defRPr sz="1600">
                <a:solidFill>
                  <a:srgbClr val="D1FAE5"/>
                </a:solidFill>
              </a:defRPr>
            </a:pPr>
            <a:r>
              <a:t>Empowering Smallholders &amp; FPOs with AI Market Intelligence, Smart Matchmaking &amp; Guaranteed Escrow Settlements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3291840" cy="1645920"/>
          </a:xfrm>
          <a:prstGeom prst="roundRect">
            <a:avLst/>
          </a:prstGeom>
          <a:solidFill>
            <a:srgbClr val="145F3C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🌾 Farmer Realization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+15% to +25%</a:t>
            </a:r>
            <a:br/>
            <a:r>
              <a:t>Higher price realization via direct institutional trade.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297680"/>
            <a:ext cx="3291840" cy="1645920"/>
          </a:xfrm>
          <a:prstGeom prst="roundRect">
            <a:avLst/>
          </a:prstGeom>
          <a:solidFill>
            <a:srgbClr val="145F3C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⚡ Real-Time Mandis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Live APMC Prices +</a:t>
            </a:r>
            <a:br/>
            <a:r>
              <a:t>7-Day AI Price Forecasts with Hold/Sell recommendations.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297680"/>
            <a:ext cx="3291840" cy="1645920"/>
          </a:xfrm>
          <a:prstGeom prst="roundRect">
            <a:avLst/>
          </a:prstGeom>
          <a:solidFill>
            <a:srgbClr val="145F3C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🔒 Zero Default Risk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7-Stage Escrow Lifecycle</a:t>
            </a:r>
            <a:br/>
            <a:r>
              <a:t>Guaranteed payment security &amp; dispute resolution.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The Core Problem: Agricultural Market Inefficiencies in India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</a:defRPr>
            </a:pPr>
            <a:r>
              <a:t>🔴 Severe Information Asymmetry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Smallholder farmers lack real-time visibility into price fluctuations across nearby Mandis and regional buyers.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Price discovery is dominated by local middlemen with opaque margins (taking 15-30% cut).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Farmers lack predictive insights to decide optimal sale windows (Hold vs. Sell).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</a:defRPr>
            </a:pPr>
            <a:r>
              <a:t>🔴 Distress Sales &amp; Post-Harvest Losses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Immediate liquidity needs force farmers into distress sales right after harvest.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Lack of integrated cold storage and transparent logistics increases spoilage and quality downgrades.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Post-harvest losses in perishables exceed 20-25% annually.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</a:defRPr>
            </a:pPr>
            <a:r>
              <a:t>🔴 Buyer Aggregation &amp; Trust Deficit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Institutional buyers (processors, exporters, retail chains) struggle to aggregate consistent volumes from individual farms.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Quality parameter verification (moisture, grading) is non-standardized.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High risk of payment delays, contract defaults, and lack of grievance redressal.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Our Solution: AgriLink Integrated Value Chain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1. 🔐 Multi-Tenant Identity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Role-based portals: Farmers, FPOs, Institutional Buyers, Logistics &amp; Admins.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Auto-verification for farmers; GSTIN verification for corporate buyers.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Dual login support: Phone Number / Email.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2. 🌾 Lot &amp; Quality Grading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Digital lot creation with standardized grades (Grade A/B/C, Organic, Premium).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Moisture percentage, harvest dates &amp; storage parameters.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Batch photo proof and geo-location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3. 🎯 Smart Matchmaking Engine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Ranks listings for buyers using multi-parameter compatibility scoring.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Evaluates crop type, volume fulfilment, budget savings, quality &amp; proximity.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Bidding, counter-offers, and real-time negotiations.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4. 💳 7-Stage Escrow Lifecycle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Contract locked upon bid acceptance.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Buyer deposits funds into Escrow before dispatch.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Payout released to farmer upon quality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11480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5. 📊 AI Market Intelligence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Aggregated live APMC Mandi price benchmarks.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7-Day predictive price forecast line charts.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AI-driven 'HOLD / SELL' decision advisory with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114800"/>
            <a:ext cx="3291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6. ⚖️ Dispute &amp; Grievance Redressal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Structured grievance ticketing with photo evidence uploads.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Escrow auto-pauses when a dispute is opened.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Fast-track administrative mediation and resolution.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Backend Architecture &amp; Robust Relational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🗄️ Relational Database Model (SQLAlchemy 2.0)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Users: Identity, multi-tenancy, credentials, KYC, geo-hierarchy (State -&gt; District -&gt; Tehsil -&gt; Village).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ProduceLots: Crop name, variety, quantity_kg, expected price, Grade, moisture %, storage &amp; harvest dates.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Offers: Bidding engine with counter-offers, expiry timers, and automated state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EscrowTransactions: Audit-trailed payment reference, delivery addresses, dispatch milestones, and statuses.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MandiPrices &amp; PriceForecasts: Historical APMC arrival data + 7-day predictive AI time-series models.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DisputeTickets: Grievance classification, evidence attachments, and administrative resolution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⚙️ Modern Technology Stack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Framework: FastAPI (High-performance async Python backend with automated OpenAPI docs).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ORM Layer: SQLAlchemy 2.0 with complete relational constraints, indexes, and cascades.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Serialization &amp; Validation: Pydantic v2 schemas for strict type safety and zero runtime leakage.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Security: Bcrypt password hashing + JWT Bearer token authentication.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Database Flexibility: Native SQLite for local zero-config testing; PostgreSQL ready for cloud production.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Seed Architecture: Realistic Indian agricultural dataset covering Nashik Onions, Khanna Wheat, Azadpur Tomatoes, and APMC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Algorithmic Smart Matchmaking &amp; Price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🧠 5-Factor Match Compatibility Scoring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1. Exact Crop Relevance (30% weight): Matches buyer requirements with verified farmer listings.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2. Volume Fulfillment (25% weight): Scores capacity to fulfill required batch sizes (or aggregates FPO lots).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3. Price Competitiveness (20% weight): Rewards competitive pricing below buyer's maximum ceiling budget.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4. Quality &amp; Grade Matching (15% weight): Matches Grade A / Organic / Premium specifications.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5. Geo-Proximity (10% weight): Minimizes transit distances, reducing transit time and carbon footprint.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📈 AI Price Forecast &amp; Hold/Sell Advisory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Live Mandi Aggregation: Continuous polling and normalization of APMC modal prices.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7-Day Trend Analysis: Machine learning forecast model projecting 7-day price trajectory with confidence intervals.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Actionable Recommendations: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'HOLD Advisory': When supply shortages in neighboring states indicate upcoming price spikes (+10-15%).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  - 'SELL Advisory': When massive polyhouse arrivals are forecasted to crash prices within 48-72 hours.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Transparent Rationale: Delivers plain-language explanations so farmers understand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Trust &amp; Guaranteed Payment: 7-Stage Escrow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1. INITIATED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Bid accepted by farmer/FPO.</a:t>
            </a:r>
            <a:br/>
            <a:r>
              <a:t>Contract automatically 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14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2. ESCROW DEPOSITED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Buyer locks 100% payment</a:t>
            </a:r>
            <a:br/>
            <a:r>
              <a:t>into secure escrow account.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54480"/>
            <a:ext cx="2514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3. DISPATCHED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Produce packed &amp; dispatched</a:t>
            </a:r>
            <a:br/>
            <a:r>
              <a:t>with logistics tracking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554480"/>
            <a:ext cx="25146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4. DELIVERED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Goods arrive at buyer warehouse</a:t>
            </a:r>
            <a:br/>
            <a:r>
              <a:t>for quality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5. ESCROW RELEASED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Buyer approves quality;</a:t>
            </a:r>
            <a:br/>
            <a:r>
              <a:t>funds instantly sent to farmer.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6. DISPUTE / PAUSE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Paused if grievance raised;</a:t>
            </a:r>
            <a:br/>
            <a:r>
              <a:t>admin mediates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0233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7. REVERT / CANCEL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If cancelled, lot reverts</a:t>
            </a:r>
            <a:br/>
            <a:r>
              <a:t>back to AVAILABLE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SMART INDIA HACKATHON 2026 | PROBLEM STATEMENT: MARKET LINKAGES &amp; PRICE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5132"/>
                </a:solidFill>
              </a:defRPr>
            </a:pPr>
            <a:r>
              <a:t>Measurable Impact &amp; SIH 2026 Expected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🌾 Farmer Empowerment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Improved Price Realisation: Direct institutional linkages eliminate 15-25% middleman brokerage.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Informed Sale Timing: AI advisories help farmers avoid market glut troughs.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FPO Aggregation: Enables smallholders to pool harvest into bulk institutional grade 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98754"/>
                </a:solidFill>
              </a:defRPr>
            </a:pPr>
            <a:r>
              <a:t>🏭 Buyer Efficiency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Reliable Sourcing: Guaranteed volume aggregation with verified quality specs (moisture, grade).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Transparent Logistics: End-to-end milestone tracking from farm gate to factory floor.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Reduced Procurement Cost: Direct digital offer negotiation with transparent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🇮🇳 National Agricultural Growth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Reduced Post-Harvest Spoilage: Faster market linkages cut dwell times in transit.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Complete Transaction Transparency: Zero default risk through smart escrow contracts.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Digital Ag-Stack Ready: Compliant with ONDC and Digital Public Infrastructure for Agriculture.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Implementation Roadmap &amp;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45F3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Phase 1: Database &amp; Core (Done ✅)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Full SQLAlchemy 2.0 ORM models.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Multi-tenant role system with auto-KYC.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Pydantic v2 schemas &amp; database seeder.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100% integrity validation tests passed.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45F3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Phase 2: APIs &amp; Intelligence (Next 🚀)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FastAPI CRUD &amp; negotiation routes.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Real-time WebSocket bid notifications.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ML price prediction inference engine.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Escrow payment gateway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45F3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5132"/>
                </a:solidFill>
              </a:defRPr>
            </a:pPr>
            <a:r>
              <a:t>Phase 3: Scale &amp; ONDC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Multilingual voice bots (Hindi, Marathi, Punjabi).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ONDC Agri-protocol buyer/seller discovery.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IoT &amp; Satellite moisture/yield assessment.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Kisan Credit Card (KCC) micro-financing.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